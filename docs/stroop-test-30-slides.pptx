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01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6" name="Rectangle 5"/>
          <p:cNvSpPr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5" name="Rectangle 4"/>
          <p:cNvSpPr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4" name="Rectangle 3"/>
          <p:cNvSpPr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06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4" name="Rectangle 3"/>
          <p:cNvSpPr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11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16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21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