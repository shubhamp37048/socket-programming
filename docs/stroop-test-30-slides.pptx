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6" name="Rectangle 45"/>
          <p:cNvSpPr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Rectangle 42"/>
          <p:cNvSpPr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Rectangle 40"/>
          <p:cNvSpPr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Rectangle 39"/>
          <p:cNvSpPr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4" name="Rectangle 43"/>
          <p:cNvSpPr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Rectangle 41"/>
          <p:cNvSpPr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Rectangle 39"/>
          <p:cNvSpPr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Rectangle 36"/>
          <p:cNvSpPr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Rectangle 42"/>
          <p:cNvSpPr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Rectangle 40"/>
          <p:cNvSpPr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Rectangle 35"/>
          <p:cNvSpPr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4" name="Rectangle 43"/>
          <p:cNvSpPr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6" name="Rectangle 35"/>
          <p:cNvSpPr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Rectangle 41"/>
          <p:cNvSpPr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Rectangle 39"/>
          <p:cNvSpPr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Rectangle 39"/>
          <p:cNvSpPr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Rectangle 42"/>
          <p:cNvSpPr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5" name="Rectangle 34"/>
          <p:cNvSpPr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1" name="Rectangle 40"/>
          <p:cNvSpPr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4" name="Rectangle 43"/>
          <p:cNvSpPr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9" name="Rectangle 38"/>
          <p:cNvSpPr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2" name="Rectangle 41"/>
          <p:cNvSpPr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4" name="Rectangle 33"/>
          <p:cNvSpPr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Rectangle 32"/>
          <p:cNvSpPr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  <a:ln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