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BLACK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45364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26720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8076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9432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07880" y="6858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364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720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432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07880" y="161544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364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6720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432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07880" y="254508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364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8076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9432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07880" y="347472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5364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720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9432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7880" y="440436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5364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6720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9432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07880" y="5334000"/>
            <a:ext cx="1813560" cy="929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9456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9" y="685800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YELLOW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59" y="1801368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59" y="2916936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66959" y="4032504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9456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0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59" y="5148072"/>
            <a:ext cx="1554480" cy="11155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BLACK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0025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2059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4092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01100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1269" y="68580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0025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042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2059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4092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01100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YELLOW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61269" y="208026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0025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6042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2059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BLUE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4092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01100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61269" y="3474720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0025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6042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2059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8076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4092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01100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61269" y="4869179"/>
            <a:ext cx="1360170" cy="13944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16352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92624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68896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45167" y="685800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PINK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92624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8896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1482634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2624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8896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45167" y="2279468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92624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45167" y="3076302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92624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5167" y="3873137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BLACK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2624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ORANGE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68896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5167" y="4669971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BLUE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16352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92624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68896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45167" y="5466805"/>
            <a:ext cx="2176272" cy="796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2821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YELLOW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16352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0448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92624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BLUE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59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YELLOW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8896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57031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PURPLE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45167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660099"/>
                </a:solidFill>
                <a:latin typeface="Arial"/>
              </a:rPr>
              <a:t>PINK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33303" y="68580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PINK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2821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448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92624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PURPLE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59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68896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7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33303" y="254508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RED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BLUE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2821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16352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0448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0000"/>
                </a:solidFill>
                <a:latin typeface="Arial"/>
              </a:rPr>
              <a:t>PINK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2624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00000"/>
                </a:solidFill>
                <a:latin typeface="Arial"/>
              </a:rPr>
              <a:t>YELLOW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59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68896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7031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9900"/>
                </a:solidFill>
                <a:latin typeface="Arial"/>
              </a:rPr>
              <a:t>PURPLE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45167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33303" y="4404360"/>
            <a:ext cx="1088136" cy="1859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2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5029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800">
                <a:solidFill>
                  <a:srgbClr val="5A5A5A"/>
                </a:solidFill>
              </a:rPr>
              <a:t>STROOP TEST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GREEN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36042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8076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YELLOW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801100" y="68580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GREEN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6042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1100" y="138303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6042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660099"/>
                </a:solidFill>
                <a:latin typeface="Arial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208026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PINK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ORANGE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6042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BLUE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01100" y="277748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ORANGE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PURPLE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6042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01100" y="347472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RED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6042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PURPLE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BLUE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01100" y="4171950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00000"/>
                </a:solidFill>
                <a:latin typeface="Arial"/>
              </a:rPr>
              <a:t>ORANGE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BLUE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6042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9900"/>
                </a:solidFill>
                <a:latin typeface="Arial"/>
              </a:rPr>
              <a:t>GREEN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8076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BLACK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01100" y="486917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CC0066"/>
                </a:solidFill>
                <a:latin typeface="Arial"/>
              </a:rPr>
              <a:t>GREEN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66CC"/>
                </a:solidFill>
                <a:latin typeface="Arial"/>
              </a:rPr>
              <a:t>PINK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6042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E67800"/>
                </a:solidFill>
                <a:latin typeface="Arial"/>
              </a:rPr>
              <a:t>GREEN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8076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0000"/>
                </a:solidFill>
                <a:latin typeface="Arial"/>
              </a:rPr>
              <a:t>YELLOW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01100" y="5566409"/>
            <a:ext cx="2720340" cy="69723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b="1" sz="2600">
                <a:solidFill>
                  <a:srgbClr val="009900"/>
                </a:solidFill>
                <a:latin typeface="Arial"/>
              </a:rPr>
              <a:t>PINK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400800"/>
            <a:ext cx="822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787878"/>
                </a:solidFill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