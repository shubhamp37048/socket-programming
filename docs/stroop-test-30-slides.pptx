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5A5A5A"/>
                </a:solidFill>
              </a:rPr>
              <a:t>STROOP TEST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53640" y="6858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BLUE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67200" y="6858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GREEN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60" y="6858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YELLOW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94320" y="6858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PINK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07880" y="6858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PURPLE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1544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BLACK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3640" y="161544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ORANGE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200" y="161544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61544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BLUE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4320" y="161544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GREEN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07880" y="161544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YELLOW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54508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PINK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3640" y="254508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PURPLE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7200" y="254508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BLACK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54508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ORANGE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4320" y="254508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07880" y="254508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BLUE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47472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GREEN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53640" y="347472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YELLOW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67200" y="347472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PINK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347472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PURPLE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4320" y="347472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BLACK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07880" y="347472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ORANGE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40436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53640" y="440436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BLUE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67200" y="440436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GREEN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440436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YELLOW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94320" y="440436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PINK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07880" y="440436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PURPLE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3340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BLACK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53640" y="53340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ORANGE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67200" y="53340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53340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BLUE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94320" y="53340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GREEN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07880" y="53340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YELLOW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878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5A5A5A"/>
                </a:solidFill>
              </a:rPr>
              <a:t>STROOP TEST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BLUE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685800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GREEN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685800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YELLOW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685800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PINK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85800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PURPLE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85800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BLACK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9" y="685800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ORANGE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01368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801368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BLUE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801368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GREEN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801368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YELLOW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801368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PINK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801368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PURPLE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59" y="1801368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BLACK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916936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ORANGE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916936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2916936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BLUE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916936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GREEN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916936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YELLOW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916936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PINK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59" y="2916936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PURPLE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032504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BLACK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4032504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ORANGE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4032504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4032504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BLUE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032504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GREEN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032504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YELLOW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59" y="4032504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PINK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148072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PURPLE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5148072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BLACK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5148072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ORANGE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5148072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148072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BLUE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5148072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GREEN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59" y="5148072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YELLOW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87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5A5A5A"/>
                </a:solidFill>
              </a:rPr>
              <a:t>STROOP TEST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GREEN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0250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YELLOW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60420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PINK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0590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PURPLE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BLACK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40929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ORANGE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01100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1269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BLUE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GREEN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250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YELLOW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0420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PINK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0590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PURPLE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BLACK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40929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ORANGE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01100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1269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BLUE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GREEN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00250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YELLOW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0420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PINK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0590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PURPLE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BLACK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0929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ORANGE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1100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1269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BLUE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GREEN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00250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YELLOW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60420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PINK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0590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PURPLE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BLACK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40929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ORANGE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01100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61269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BLUE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87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5A5A5A"/>
                </a:solidFill>
              </a:rPr>
              <a:t>STROOP TEST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YELLOW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16352" y="685800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PINK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2624" y="685800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PURPLE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68896" y="685800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BLACK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45167" y="685800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ORANGE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2634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16352" y="1482634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BLUE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2624" y="1482634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GREEN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8896" y="1482634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YELLOW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5167" y="1482634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PINK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79468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PURPLE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6352" y="2279468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BLACK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2279468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ORANGE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8896" y="2279468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45167" y="2279468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BLUE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076302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GREEN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16352" y="3076302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YELLOW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2624" y="3076302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PINK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3076302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PURPLE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7" y="3076302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873137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ORANGE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16352" y="3873137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2624" y="3873137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BLUE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8896" y="3873137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GREEN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5167" y="3873137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YELLOW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669971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PINK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16352" y="4669971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PURPLE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92624" y="4669971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BLACK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8896" y="4669971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ORANGE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5167" y="4669971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466805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BLUE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5466805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GREEN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92624" y="5466805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YELLOW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5466805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PINK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45167" y="5466805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PURPLE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87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5A5A5A"/>
                </a:solidFill>
              </a:rPr>
              <a:t>STROOP TEST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PINK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28216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PURPLE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16352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BLACK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04487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ORANGE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92624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BLUE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8896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GREEN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7031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YELLOW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45167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PINK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33303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PURPLE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BLACK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28216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ORANGE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4487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BLUE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2624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GREEN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59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YELLOW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8896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PINK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PURPLE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5167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BLACK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33303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ORANGE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28216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BLUE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16352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GREEN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04487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YELLOW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92624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PINK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59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PURPLE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68896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BLACK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1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ORANGE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5167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33303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BLUE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87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5A5A5A"/>
                </a:solidFill>
              </a:rPr>
              <a:t>STROOP TEST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PURPLE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60420" y="68580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BLACK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0760" y="68580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ORANGE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1100" y="68580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8303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60420" y="138303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GREEN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38303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YELLOW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1100" y="138303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PINK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8026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PURPLE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0420" y="208026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BLACK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08026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ORANGE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01100" y="208026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7748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BLUE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0420" y="277748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GREEN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77748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YELLOW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1100" y="277748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PINK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47472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PURPLE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0420" y="347472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BLACK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47472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ORANGE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1100" y="347472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17195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BLUE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60420" y="417195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GREEN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417195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YELLOW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01100" y="417195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PINK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86917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PURPLE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60420" y="486917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BLACK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486917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ORANGE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01100" y="486917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56640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BLUE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60420" y="556640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GREEN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556640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YELLOW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01100" y="556640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PINK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87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5A5A5A"/>
                </a:solidFill>
              </a:rPr>
              <a:t>STROOP TEST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BLACK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53640" y="6858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ORANGE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67200" y="6858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60" y="6858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BLUE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94320" y="6858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GREEN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07880" y="6858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YELLOW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1544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PINK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3640" y="161544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PURPLE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200" y="161544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BLACK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61544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ORANGE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4320" y="161544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07880" y="161544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BLUE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54508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GREEN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3640" y="254508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YELLOW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7200" y="254508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PINK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54508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PURPLE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4320" y="254508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BLACK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07880" y="254508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ORANGE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47472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53640" y="347472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BLUE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67200" y="347472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GREEN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347472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YELLOW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4320" y="347472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PINK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07880" y="347472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PURPLE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40436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BLACK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53640" y="440436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ORANGE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67200" y="440436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440436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BLUE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94320" y="440436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GREEN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07880" y="440436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YELLOW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3340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PINK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53640" y="53340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PURPLE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67200" y="53340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BLACK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53340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ORANGE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94320" y="53340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RED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07880" y="53340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BLUE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878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5A5A5A"/>
                </a:solidFill>
              </a:rPr>
              <a:t>STROOP TEST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ORANGE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685800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685800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BLUE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685800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GREEN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85800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YELLOW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85800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PINK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9" y="685800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PURPLE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01368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BLACK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801368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ORANGE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801368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801368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BLUE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801368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GREEN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801368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YELLOW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59" y="1801368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PINK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916936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PURPLE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916936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BLACK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2916936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ORANGE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916936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916936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BLUE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916936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GREEN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59" y="2916936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YELLOW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032504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PINK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4032504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PURPLE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4032504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BLACK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4032504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ORANGE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032504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032504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BLUE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59" y="4032504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GREEN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148072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YELLOW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5148072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PINK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5148072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PURPLE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5148072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BLACK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148072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ORANGE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5148072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59" y="5148072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BLUE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878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5A5A5A"/>
                </a:solidFill>
              </a:rPr>
              <a:t>STROOP TEST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0250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BLUE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60420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GREEN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0590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YELLOW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PINK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40929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PURPLE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01100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BLACK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1269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ORANGE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250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BLUE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0420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GREEN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0590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YELLOW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PINK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40929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PURPLE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01100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BLACK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1269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ORANGE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00250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BLUE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0420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GREEN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0590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YELLOW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PINK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0929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PURPLE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1100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BLACK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1269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ORANGE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00250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BLUE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60420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GREEN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0590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YELLOW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PINK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40929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PURPLE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01100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BLACK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61269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ORANGE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878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5A5A5A"/>
                </a:solidFill>
              </a:rPr>
              <a:t>STROOP TEST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BLUE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16352" y="685800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GREEN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2624" y="685800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YELLOW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68896" y="685800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PINK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45167" y="685800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PURPLE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2634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BLACK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16352" y="1482634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ORANGE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2624" y="1482634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8896" y="1482634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BLUE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5167" y="1482634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GREEN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79468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YELLOW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6352" y="2279468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PINK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2279468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PURPLE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8896" y="2279468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BLACK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45167" y="2279468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ORANGE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076302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16352" y="3076302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BLUE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2624" y="3076302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GREEN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3076302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YELLOW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7" y="3076302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PINK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873137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PURPLE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16352" y="3873137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BLACK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2624" y="3873137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ORANGE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8896" y="3873137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5167" y="3873137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BLUE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669971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GREEN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16352" y="4669971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YELLOW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92624" y="4669971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PINK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8896" y="4669971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PURPLE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5167" y="4669971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BLACK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466805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ORANGE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5466805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92624" y="5466805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BLUE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5466805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GREEN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45167" y="5466805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YELLOW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878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5A5A5A"/>
                </a:solidFill>
              </a:rPr>
              <a:t>STROOP TEST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GREEN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28216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YELLOW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16352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PINK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04487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PURPLE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92624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BLACK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ORANGE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8896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7031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BLUE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45167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GREEN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33303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YELLOW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PINK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28216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PURPLE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BLACK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4487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ORANGE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2624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59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BLUE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8896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GREEN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YELLOW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5167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PINK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33303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PURPLE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BLACK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28216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ORANGE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16352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04487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BLUE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92624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GREEN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59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YELLOW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68896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PINK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1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PURPLE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5167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BLACK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33303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ORANGE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878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5A5A5A"/>
                </a:solidFill>
              </a:rPr>
              <a:t>STROOP TEST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YELLOW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60420" y="68580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PINK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0760" y="68580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PURPLE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1100" y="68580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BLACK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8303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ORANGE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60420" y="138303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38303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BLUE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1100" y="138303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GREEN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8026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YELLOW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0420" y="208026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PINK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08026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PURPLE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01100" y="208026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BLACK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7748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ORANGE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0420" y="277748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77748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BLUE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1100" y="277748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GREEN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47472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YELLOW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0420" y="347472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PINK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47472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PURPLE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1100" y="347472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17195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ORANGE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60420" y="417195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417195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BLUE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01100" y="417195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GREEN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86917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YELLOW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60420" y="486917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PINK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486917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PURPLE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01100" y="486917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BLACK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56640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ORANGE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60420" y="556640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556640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BLUE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01100" y="556640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GREEN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878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5A5A5A"/>
                </a:solidFill>
              </a:rPr>
              <a:t>STROOP TEST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PINK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53640" y="6858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PURPLE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67200" y="6858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BLACK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60" y="6858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ORANGE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94320" y="6858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07880" y="6858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BLUE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1544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GREEN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3640" y="161544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YELLOW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200" y="161544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PINK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61544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PURPLE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4320" y="161544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BLACK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07880" y="161544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ORANGE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54508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3640" y="254508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BLUE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7200" y="254508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GREEN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54508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YELLOW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4320" y="254508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PINK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07880" y="254508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PURPLE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47472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BLACK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53640" y="347472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ORANGE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67200" y="347472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347472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BLUE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4320" y="347472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GREEN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07880" y="347472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YELLOW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40436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PINK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53640" y="440436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PURPLE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67200" y="440436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BLACK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440436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ORANGE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94320" y="440436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07880" y="440436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BLUE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3340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GREEN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53640" y="53340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YELLOW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67200" y="53340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PINK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53340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PURPLE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94320" y="53340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BLACK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07880" y="53340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ORANGE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878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5A5A5A"/>
                </a:solidFill>
              </a:rPr>
              <a:t>STROOP TEST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PURPLE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685800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BLACK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685800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ORANGE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685800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85800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85800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GREEN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9" y="685800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YELLOW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01368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PINK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801368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PURPLE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801368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BLACK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801368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ORANGE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801368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801368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BLUE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59" y="1801368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GREEN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916936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YELLOW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916936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PINK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2916936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PURPLE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916936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BLACK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916936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ORANGE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916936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59" y="2916936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BLUE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032504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GREEN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4032504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YELLOW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4032504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PINK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4032504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PURPLE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032504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BLACK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032504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ORANGE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59" y="4032504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148072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BLUE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5148072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GREEN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5148072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YELLOW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5148072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PINK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148072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PURPLE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5148072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BLACK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59" y="5148072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ORANGE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878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5A5A5A"/>
                </a:solidFill>
              </a:rPr>
              <a:t>STROOP TEST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BLACK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0250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ORANGE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60420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0590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BLUE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GREEN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40929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YELLOW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01100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PINK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1269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PURPLE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BLACK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250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ORANGE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0420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0590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BLUE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GREEN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40929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YELLOW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01100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PINK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1269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PURPLE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BLACK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00250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ORANGE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0420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0590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BLUE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GREEN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0929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YELLOW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1100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PINK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1269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PURPLE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BLACK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00250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ORANGE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60420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0590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BLUE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GREEN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40929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YELLOW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01100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PINK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61269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PURPLE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878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5A5A5A"/>
                </a:solidFill>
              </a:rPr>
              <a:t>STROOP TEST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ORANGE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16352" y="685800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2624" y="685800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BLUE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68896" y="685800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GREEN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45167" y="685800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YELLOW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2634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PINK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16352" y="1482634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PURPLE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2624" y="1482634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BLACK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8896" y="1482634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ORANGE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5167" y="1482634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79468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BLUE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6352" y="2279468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GREEN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2279468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YELLOW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8896" y="2279468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PINK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45167" y="2279468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PURPLE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076302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BLACK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16352" y="3076302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ORANGE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2624" y="3076302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3076302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BLUE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7" y="3076302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GREEN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873137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YELLOW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16352" y="3873137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PINK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2624" y="3873137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PURPLE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8896" y="3873137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BLACK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5167" y="3873137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ORANGE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669971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16352" y="4669971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BLUE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92624" y="4669971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GREEN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8896" y="4669971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YELLOW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5167" y="4669971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PINK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466805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PURPLE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5466805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BLACK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92624" y="5466805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ORANGE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5466805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45167" y="5466805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BLUE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878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5A5A5A"/>
                </a:solidFill>
              </a:rPr>
              <a:t>STROOP TEST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28216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BLUE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16352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GREEN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04487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YELLOW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92624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PINK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PURPLE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8896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BLACK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7031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ORANGE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45167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33303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BLUE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GREEN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28216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YELLOW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PINK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4487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PURPLE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2624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BLACK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59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ORANGE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8896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BLUE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5167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GREEN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33303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YELLOW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PINK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28216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PURPLE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16352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BLACK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04487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ORANGE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92624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59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BLUE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68896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GREEN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1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YELLOW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5167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PINK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33303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PURPLE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878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5A5A5A"/>
                </a:solidFill>
              </a:rPr>
              <a:t>STROOP TEST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BLUE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60420" y="68580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GREEN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0760" y="68580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YELLOW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1100" y="68580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PINK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8303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PURPLE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60420" y="138303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BLACK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38303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ORANGE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1100" y="138303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8026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BLUE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0420" y="208026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GREEN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08026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YELLOW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01100" y="208026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PINK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7748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PURPLE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0420" y="277748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BLACK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77748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ORANGE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1100" y="277748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47472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BLUE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0420" y="347472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GREEN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47472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YELLOW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1100" y="347472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PINK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17195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PURPLE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60420" y="417195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BLACK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417195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ORANGE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01100" y="417195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86917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BLUE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60420" y="486917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GREEN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486917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YELLOW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01100" y="486917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PINK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56640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PURPLE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60420" y="556640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BLACK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556640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ORANGE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01100" y="556640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878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5A5A5A"/>
                </a:solidFill>
              </a:rPr>
              <a:t>STROOP TEST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GREEN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53640" y="6858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YELLOW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67200" y="6858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PINK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60" y="6858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PURPLE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94320" y="6858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BLACK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07880" y="6858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ORANGE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1544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3640" y="161544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BLUE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200" y="161544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GREEN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61544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YELLOW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4320" y="161544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PINK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07880" y="161544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PURPLE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54508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BLACK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3640" y="254508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ORANGE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7200" y="254508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54508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BLUE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4320" y="254508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GREEN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07880" y="254508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YELLOW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47472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PINK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53640" y="347472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PURPLE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67200" y="347472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BLACK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347472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ORANGE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4320" y="347472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07880" y="347472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BLUE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40436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GREEN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53640" y="440436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YELLOW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67200" y="440436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PINK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440436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PURPLE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94320" y="440436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BLACK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07880" y="440436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ORANGE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3340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53640" y="53340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BLUE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67200" y="53340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GREEN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53340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YELLOW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94320" y="53340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PINK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07880" y="53340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PURPLE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878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5A5A5A"/>
                </a:solidFill>
              </a:rPr>
              <a:t>STROOP TEST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YELLOW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685800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PINK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685800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PURPLE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685800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BLACK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85800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ORANGE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85800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9" y="685800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BLUE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01368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GREEN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801368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YELLOW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801368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PINK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801368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PURPLE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801368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BLACK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801368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ORANGE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59" y="1801368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916936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BLUE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916936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GREEN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2916936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YELLOW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916936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PINK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916936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PURPLE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916936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59" y="2916936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ORANGE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032504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4032504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BLUE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4032504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GREEN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4032504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YELLOW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032504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PINK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032504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PURPLE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59" y="4032504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BLACK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148072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ORANGE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5148072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5148072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BLUE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5148072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GREEN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148072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YELLOW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5148072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PINK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59" y="5148072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PURPLE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878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5A5A5A"/>
                </a:solidFill>
              </a:rPr>
              <a:t>STROOP TEST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PINK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0250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PURPLE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60420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BLACK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0590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ORANGE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40929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BLUE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01100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GREEN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1269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YELLOW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PINK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250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PURPLE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0420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BLACK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0590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ORANGE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40929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BLUE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01100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GREEN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1269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YELLOW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PINK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00250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PURPLE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0420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BLACK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0590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ORANGE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0929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BLUE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1100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GREEN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1269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YELLOW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PINK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00250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PURPLE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60420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BLACK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0590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ORANGE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40929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BLUE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01100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GREEN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61269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YELLOW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878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5A5A5A"/>
                </a:solidFill>
              </a:rPr>
              <a:t>STROOP TEST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PURPLE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16352" y="685800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BLACK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2624" y="685800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ORANGE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68896" y="685800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45167" y="685800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2634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GREEN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16352" y="1482634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YELLOW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2624" y="1482634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PINK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8896" y="1482634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PURPLE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5167" y="1482634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BLACK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79468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ORANGE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6352" y="2279468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2279468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BLUE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8896" y="2279468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GREEN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45167" y="2279468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YELLOW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076302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PINK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16352" y="3076302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PURPLE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2624" y="3076302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BLACK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3076302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ORANGE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7" y="3076302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873137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BLUE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16352" y="3873137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GREEN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2624" y="3873137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YELLOW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8896" y="3873137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PINK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5167" y="3873137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PURPLE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669971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BLACK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16352" y="4669971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ORANGE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92624" y="4669971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8896" y="4669971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BLUE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5167" y="4669971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GREEN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466805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YELLOW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5466805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PINK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92624" y="5466805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PURPLE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5466805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BLACK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45167" y="5466805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ORANGE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878"/>
                </a:solidFill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5A5A5A"/>
                </a:solidFill>
              </a:rPr>
              <a:t>STROOP TEST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BLACK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28216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ORANGE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16352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04487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BLUE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92624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GREEN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YELLOW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8896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PINK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7031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PURPLE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45167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BLACK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33303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ORANGE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28216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BLUE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GREEN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4487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YELLOW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2624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PINK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59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PURPLE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8896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BLACK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ORANGE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5167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33303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BLUE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GREEN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28216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YELLOW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16352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PINK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04487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PURPLE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92624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BLACK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59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ORANGE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68896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1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BLUE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5167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GREEN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33303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YELLOW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878"/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5A5A5A"/>
                </a:solidFill>
              </a:rPr>
              <a:t>STROOP TEST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ORANGE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60420" y="68580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0760" y="68580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BLUE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1100" y="68580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GREEN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8303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YELLOW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60420" y="138303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PINK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38303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PURPLE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1100" y="138303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BLACK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8026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ORANGE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0420" y="208026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08026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BLUE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01100" y="208026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GREEN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7748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YELLOW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0420" y="277748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PINK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77748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PURPLE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1100" y="277748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BLACK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47472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ORANGE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0420" y="347472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47472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BLUE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1100" y="347472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GREEN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17195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YELLOW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60420" y="417195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PINK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417195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PURPLE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01100" y="417195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BLACK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86917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ORANGE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60420" y="486917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486917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BLUE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01100" y="486917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GREEN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56640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YELLOW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60420" y="556640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PINK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556640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PURPLE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01100" y="556640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BLACK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878"/>
                </a:solidFill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5A5A5A"/>
                </a:solidFill>
              </a:rPr>
              <a:t>STROOP TEST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53640" y="6858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BLUE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67200" y="6858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GREEN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60" y="6858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YELLOW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94320" y="6858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PINK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07880" y="6858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PURPLE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1544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BLACK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3640" y="161544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ORANGE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200" y="161544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61544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BLUE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4320" y="161544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GREEN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07880" y="161544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YELLOW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54508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PINK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3640" y="254508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PURPLE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7200" y="254508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BLACK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54508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ORANGE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4320" y="254508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07880" y="254508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BLUE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47472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GREEN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53640" y="347472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YELLOW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67200" y="347472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PINK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347472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PURPLE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4320" y="347472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BLACK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07880" y="347472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ORANGE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40436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53640" y="440436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BLUE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67200" y="440436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GREEN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440436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YELLOW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94320" y="440436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PINK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07880" y="440436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PURPLE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3340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BLACK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53640" y="53340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ORANGE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67200" y="53340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53340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BLUE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94320" y="53340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GREEN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07880" y="5334000"/>
            <a:ext cx="1813560" cy="929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YELLOW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878"/>
                </a:solidFill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5A5A5A"/>
                </a:solidFill>
              </a:rPr>
              <a:t>STROOP TEST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BLUE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685800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GREEN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685800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YELLOW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685800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PINK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85800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PURPLE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85800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BLACK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9" y="685800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ORANGE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01368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801368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BLUE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801368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GREEN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801368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YELLOW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801368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PINK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801368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PURPLE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59" y="1801368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BLACK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916936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ORANGE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916936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2916936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BLUE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916936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GREEN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916936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YELLOW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916936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PINK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59" y="2916936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PURPLE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032504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BLACK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4032504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ORANGE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4032504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4032504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BLUE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032504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GREEN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032504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YELLOW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59" y="4032504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PINK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148072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PURPLE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5148072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BLACK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5148072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ORANGE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5148072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148072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BLUE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5148072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GREEN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59" y="5148072"/>
            <a:ext cx="155448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YELLOW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878"/>
                </a:solidFill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5A5A5A"/>
                </a:solidFill>
              </a:rPr>
              <a:t>STROOP TEST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GREEN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0250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YELLOW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60420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PINK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0590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PURPLE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BLACK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40929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ORANGE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01100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1269" y="68580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BLUE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GREEN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250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YELLOW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0420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PINK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0590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PURPLE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BLACK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40929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ORANGE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01100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1269" y="208026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BLUE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GREEN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00250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YELLOW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0420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PINK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0590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PURPLE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BLACK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0929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ORANGE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1100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1269" y="3474720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BLUE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GREEN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00250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YELLOW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60420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PINK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0590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PURPLE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BLACK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40929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ORANGE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01100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61269" y="4869179"/>
            <a:ext cx="1360170" cy="1394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BLUE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878"/>
                </a:solidFill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5A5A5A"/>
                </a:solidFill>
              </a:rPr>
              <a:t>STROOP TEST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YELLOW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16352" y="685800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PINK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2624" y="685800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PURPLE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68896" y="685800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BLACK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45167" y="685800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ORANGE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2634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16352" y="1482634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BLUE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2624" y="1482634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GREEN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8896" y="1482634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YELLOW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5167" y="1482634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PINK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79468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PURPLE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6352" y="2279468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BLACK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2279468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ORANGE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8896" y="2279468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45167" y="2279468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BLUE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076302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GREEN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16352" y="3076302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YELLOW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2624" y="3076302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PINK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3076302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PURPLE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7" y="3076302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873137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ORANGE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16352" y="3873137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2624" y="3873137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BLUE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8896" y="3873137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GREEN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5167" y="3873137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YELLOW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669971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PINK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16352" y="4669971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PURPLE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92624" y="4669971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BLACK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8896" y="4669971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ORANGE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5167" y="4669971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466805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BLUE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5466805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GREEN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92624" y="5466805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YELLOW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5466805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PINK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45167" y="5466805"/>
            <a:ext cx="2176272" cy="796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PURPLE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878"/>
                </a:solidFill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5A5A5A"/>
                </a:solidFill>
              </a:rPr>
              <a:t>STROOP TEST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PINK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28216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PURPLE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16352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BLACK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04487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ORANGE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92624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BLUE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8896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GREEN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7031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YELLOW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45167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PINK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33303" y="68580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PURPLE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BLACK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28216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ORANGE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4487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BLUE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2624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GREEN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59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YELLOW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8896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PINK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00000"/>
                </a:solidFill>
                <a:latin typeface="Arial"/>
              </a:rPr>
              <a:t>PURPLE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5167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9900"/>
                </a:solidFill>
                <a:latin typeface="Arial"/>
              </a:rPr>
              <a:t>BLACK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33303" y="254508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66CC"/>
                </a:solidFill>
                <a:latin typeface="Arial"/>
              </a:rPr>
              <a:t>ORANGE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CC0066"/>
                </a:solidFill>
                <a:latin typeface="Arial"/>
              </a:rPr>
              <a:t>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28216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BLUE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16352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GREEN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04487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E67800"/>
                </a:solidFill>
                <a:latin typeface="Arial"/>
              </a:rPr>
              <a:t>YELLOW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92624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PINK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59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PURPLE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68896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660099"/>
                </a:solidFill>
                <a:latin typeface="Arial"/>
              </a:rPr>
              <a:t>BLACK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1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ORANGE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5167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9900"/>
                </a:solidFill>
                <a:latin typeface="Arial"/>
              </a:rPr>
              <a:t>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33303" y="4404360"/>
            <a:ext cx="1088136" cy="185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00000"/>
                </a:solidFill>
                <a:latin typeface="Arial"/>
              </a:rPr>
              <a:t>BLUE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878"/>
                </a:solidFill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5A5A5A"/>
                </a:solidFill>
              </a:rPr>
              <a:t>STROOP TEST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PURPLE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60420" y="68580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BLACK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0760" y="68580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ORANGE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1100" y="68580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8303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E67800"/>
                </a:solidFill>
                <a:latin typeface="Arial"/>
              </a:rPr>
              <a:t>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60420" y="138303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GREEN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38303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YELLOW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1100" y="138303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PINK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8026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PURPLE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0420" y="208026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BLACK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08026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ORANGE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01100" y="208026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7748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BLUE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0420" y="277748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660099"/>
                </a:solidFill>
                <a:latin typeface="Arial"/>
              </a:rPr>
              <a:t>GREEN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77748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0066"/>
                </a:solidFill>
                <a:latin typeface="Arial"/>
              </a:rPr>
              <a:t>YELLOW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1100" y="277748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PINK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47472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PURPLE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0420" y="347472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BLACK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47472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ORANGE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1100" y="347472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17195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BLUE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60420" y="417195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GREEN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417195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YELLOW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01100" y="4171950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PINK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86917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C9900"/>
                </a:solidFill>
                <a:latin typeface="Arial"/>
              </a:rPr>
              <a:t>PURPLE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60420" y="486917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9900"/>
                </a:solidFill>
                <a:latin typeface="Arial"/>
              </a:rPr>
              <a:t>BLACK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486917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ORANGE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01100" y="486917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56640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BLUE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60420" y="556640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66CC"/>
                </a:solidFill>
                <a:latin typeface="Arial"/>
              </a:rPr>
              <a:t>GREEN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556640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C00000"/>
                </a:solidFill>
                <a:latin typeface="Arial"/>
              </a:rPr>
              <a:t>YELLOW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01100" y="5566409"/>
            <a:ext cx="2720340" cy="697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Arial"/>
              </a:rPr>
              <a:t>PINK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787878"/>
                </a:solidFill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